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343255-2B69-409E-BAE6-B301B0293368}" v="12" dt="2026-01-28T02:23:54.460"/>
    <p1510:client id="{ED12250E-0542-4A43-B216-FB8E84F85011}" v="14" dt="2026-01-28T01:25:41.4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146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ndy - Tran Thuy Nguyen" userId="1a20aba7-be45-4c43-abb3-3c582c8a1309" providerId="ADAL" clId="{98D787A4-54A2-44D1-A7C6-37D366590655}"/>
    <pc:docChg chg="undo custSel addSld delSld modSld sldOrd">
      <pc:chgData name="Wendy - Tran Thuy Nguyen" userId="1a20aba7-be45-4c43-abb3-3c582c8a1309" providerId="ADAL" clId="{98D787A4-54A2-44D1-A7C6-37D366590655}" dt="2026-01-28T02:23:54.460" v="556"/>
      <pc:docMkLst>
        <pc:docMk/>
      </pc:docMkLst>
      <pc:sldChg chg="addSp delSp modSp del mod">
        <pc:chgData name="Wendy - Tran Thuy Nguyen" userId="1a20aba7-be45-4c43-abb3-3c582c8a1309" providerId="ADAL" clId="{98D787A4-54A2-44D1-A7C6-37D366590655}" dt="2026-01-28T02:22:37.939" v="467" actId="47"/>
        <pc:sldMkLst>
          <pc:docMk/>
          <pc:sldMk cId="1624870961" sldId="256"/>
        </pc:sldMkLst>
        <pc:spChg chg="add del mod">
          <ac:chgData name="Wendy - Tran Thuy Nguyen" userId="1a20aba7-be45-4c43-abb3-3c582c8a1309" providerId="ADAL" clId="{98D787A4-54A2-44D1-A7C6-37D366590655}" dt="2026-01-28T01:52:11.276" v="223" actId="478"/>
          <ac:spMkLst>
            <pc:docMk/>
            <pc:sldMk cId="1624870961" sldId="256"/>
            <ac:spMk id="5" creationId="{DE24AD24-6808-F98A-F1B7-1B4CF2380C91}"/>
          </ac:spMkLst>
        </pc:spChg>
        <pc:spChg chg="mod">
          <ac:chgData name="Wendy - Tran Thuy Nguyen" userId="1a20aba7-be45-4c43-abb3-3c582c8a1309" providerId="ADAL" clId="{98D787A4-54A2-44D1-A7C6-37D366590655}" dt="2026-01-28T02:06:53.531" v="383" actId="1076"/>
          <ac:spMkLst>
            <pc:docMk/>
            <pc:sldMk cId="1624870961" sldId="256"/>
            <ac:spMk id="6" creationId="{1EA955C1-C968-91CD-0475-0D42907D90AA}"/>
          </ac:spMkLst>
        </pc:spChg>
        <pc:spChg chg="mod">
          <ac:chgData name="Wendy - Tran Thuy Nguyen" userId="1a20aba7-be45-4c43-abb3-3c582c8a1309" providerId="ADAL" clId="{98D787A4-54A2-44D1-A7C6-37D366590655}" dt="2026-01-28T01:52:18.266" v="226" actId="14100"/>
          <ac:spMkLst>
            <pc:docMk/>
            <pc:sldMk cId="1624870961" sldId="256"/>
            <ac:spMk id="22" creationId="{8D8D1946-14D5-CBE0-25E2-180CA6C1ABBC}"/>
          </ac:spMkLst>
        </pc:spChg>
        <pc:spChg chg="mod">
          <ac:chgData name="Wendy - Tran Thuy Nguyen" userId="1a20aba7-be45-4c43-abb3-3c582c8a1309" providerId="ADAL" clId="{98D787A4-54A2-44D1-A7C6-37D366590655}" dt="2026-01-28T02:06:56.436" v="384" actId="14100"/>
          <ac:spMkLst>
            <pc:docMk/>
            <pc:sldMk cId="1624870961" sldId="256"/>
            <ac:spMk id="25" creationId="{E1D5332B-DFAC-BE4F-CE56-47A940D192C3}"/>
          </ac:spMkLst>
        </pc:spChg>
        <pc:spChg chg="mod">
          <ac:chgData name="Wendy - Tran Thuy Nguyen" userId="1a20aba7-be45-4c43-abb3-3c582c8a1309" providerId="ADAL" clId="{98D787A4-54A2-44D1-A7C6-37D366590655}" dt="2026-01-28T02:06:48.381" v="382" actId="1076"/>
          <ac:spMkLst>
            <pc:docMk/>
            <pc:sldMk cId="1624870961" sldId="256"/>
            <ac:spMk id="26" creationId="{291CBBAC-7C4C-59A9-110F-ED3494773EE3}"/>
          </ac:spMkLst>
        </pc:spChg>
        <pc:spChg chg="mod">
          <ac:chgData name="Wendy - Tran Thuy Nguyen" userId="1a20aba7-be45-4c43-abb3-3c582c8a1309" providerId="ADAL" clId="{98D787A4-54A2-44D1-A7C6-37D366590655}" dt="2026-01-28T02:20:43.352" v="431" actId="1076"/>
          <ac:spMkLst>
            <pc:docMk/>
            <pc:sldMk cId="1624870961" sldId="256"/>
            <ac:spMk id="27" creationId="{C38401B4-5042-4F23-3C74-24A1C17BBBC7}"/>
          </ac:spMkLst>
        </pc:spChg>
        <pc:spChg chg="mod">
          <ac:chgData name="Wendy - Tran Thuy Nguyen" userId="1a20aba7-be45-4c43-abb3-3c582c8a1309" providerId="ADAL" clId="{98D787A4-54A2-44D1-A7C6-37D366590655}" dt="2026-01-28T02:06:29.701" v="376" actId="1076"/>
          <ac:spMkLst>
            <pc:docMk/>
            <pc:sldMk cId="1624870961" sldId="256"/>
            <ac:spMk id="31" creationId="{6D6A555F-2E07-B4C7-0D3D-1425E4388FE7}"/>
          </ac:spMkLst>
        </pc:spChg>
        <pc:spChg chg="mod">
          <ac:chgData name="Wendy - Tran Thuy Nguyen" userId="1a20aba7-be45-4c43-abb3-3c582c8a1309" providerId="ADAL" clId="{98D787A4-54A2-44D1-A7C6-37D366590655}" dt="2026-01-28T02:21:12.262" v="438" actId="122"/>
          <ac:spMkLst>
            <pc:docMk/>
            <pc:sldMk cId="1624870961" sldId="256"/>
            <ac:spMk id="33" creationId="{F0CD68C3-F39B-866E-6D4D-CE6C33CE36BE}"/>
          </ac:spMkLst>
        </pc:spChg>
        <pc:spChg chg="del">
          <ac:chgData name="Wendy - Tran Thuy Nguyen" userId="1a20aba7-be45-4c43-abb3-3c582c8a1309" providerId="ADAL" clId="{98D787A4-54A2-44D1-A7C6-37D366590655}" dt="2026-01-28T02:06:02.052" v="371" actId="478"/>
          <ac:spMkLst>
            <pc:docMk/>
            <pc:sldMk cId="1624870961" sldId="256"/>
            <ac:spMk id="34" creationId="{3CE1F174-DFD3-E30B-28F2-C5F54FB97498}"/>
          </ac:spMkLst>
        </pc:spChg>
        <pc:spChg chg="del">
          <ac:chgData name="Wendy - Tran Thuy Nguyen" userId="1a20aba7-be45-4c43-abb3-3c582c8a1309" providerId="ADAL" clId="{98D787A4-54A2-44D1-A7C6-37D366590655}" dt="2026-01-28T02:06:02.052" v="371" actId="478"/>
          <ac:spMkLst>
            <pc:docMk/>
            <pc:sldMk cId="1624870961" sldId="256"/>
            <ac:spMk id="35" creationId="{7D4910B4-C99F-274F-256D-1B03C635976F}"/>
          </ac:spMkLst>
        </pc:spChg>
        <pc:spChg chg="mod">
          <ac:chgData name="Wendy - Tran Thuy Nguyen" userId="1a20aba7-be45-4c43-abb3-3c582c8a1309" providerId="ADAL" clId="{98D787A4-54A2-44D1-A7C6-37D366590655}" dt="2026-01-28T01:53:32.394" v="248" actId="14100"/>
          <ac:spMkLst>
            <pc:docMk/>
            <pc:sldMk cId="1624870961" sldId="256"/>
            <ac:spMk id="40" creationId="{7BE46902-E317-7CD6-673A-36DF25D4E0DD}"/>
          </ac:spMkLst>
        </pc:spChg>
        <pc:spChg chg="del">
          <ac:chgData name="Wendy - Tran Thuy Nguyen" userId="1a20aba7-be45-4c43-abb3-3c582c8a1309" providerId="ADAL" clId="{98D787A4-54A2-44D1-A7C6-37D366590655}" dt="2026-01-28T02:06:02.052" v="371" actId="478"/>
          <ac:spMkLst>
            <pc:docMk/>
            <pc:sldMk cId="1624870961" sldId="256"/>
            <ac:spMk id="41" creationId="{AFDF5EE8-8659-EE08-C545-79BC5F5A498B}"/>
          </ac:spMkLst>
        </pc:spChg>
        <pc:spChg chg="del">
          <ac:chgData name="Wendy - Tran Thuy Nguyen" userId="1a20aba7-be45-4c43-abb3-3c582c8a1309" providerId="ADAL" clId="{98D787A4-54A2-44D1-A7C6-37D366590655}" dt="2026-01-28T02:06:02.052" v="371" actId="478"/>
          <ac:spMkLst>
            <pc:docMk/>
            <pc:sldMk cId="1624870961" sldId="256"/>
            <ac:spMk id="44" creationId="{6893EB43-6BDD-D5CE-D785-14A9DEDA7DE4}"/>
          </ac:spMkLst>
        </pc:spChg>
        <pc:spChg chg="del">
          <ac:chgData name="Wendy - Tran Thuy Nguyen" userId="1a20aba7-be45-4c43-abb3-3c582c8a1309" providerId="ADAL" clId="{98D787A4-54A2-44D1-A7C6-37D366590655}" dt="2026-01-28T02:06:09.182" v="372" actId="478"/>
          <ac:spMkLst>
            <pc:docMk/>
            <pc:sldMk cId="1624870961" sldId="256"/>
            <ac:spMk id="50" creationId="{F6D0952C-4660-E901-8909-F581D9C4651B}"/>
          </ac:spMkLst>
        </pc:spChg>
        <pc:spChg chg="del">
          <ac:chgData name="Wendy - Tran Thuy Nguyen" userId="1a20aba7-be45-4c43-abb3-3c582c8a1309" providerId="ADAL" clId="{98D787A4-54A2-44D1-A7C6-37D366590655}" dt="2026-01-28T02:06:02.052" v="371" actId="478"/>
          <ac:spMkLst>
            <pc:docMk/>
            <pc:sldMk cId="1624870961" sldId="256"/>
            <ac:spMk id="54" creationId="{C1AE05A0-29C8-2E9F-FA39-E190A655F0DF}"/>
          </ac:spMkLst>
        </pc:spChg>
        <pc:picChg chg="add mod ord">
          <ac:chgData name="Wendy - Tran Thuy Nguyen" userId="1a20aba7-be45-4c43-abb3-3c582c8a1309" providerId="ADAL" clId="{98D787A4-54A2-44D1-A7C6-37D366590655}" dt="2026-01-28T02:20:39.945" v="430" actId="1076"/>
          <ac:picMkLst>
            <pc:docMk/>
            <pc:sldMk cId="1624870961" sldId="256"/>
            <ac:picMk id="3" creationId="{285E050E-1D7B-B187-C8B5-D48040907612}"/>
          </ac:picMkLst>
        </pc:picChg>
        <pc:picChg chg="del">
          <ac:chgData name="Wendy - Tran Thuy Nguyen" userId="1a20aba7-be45-4c43-abb3-3c582c8a1309" providerId="ADAL" clId="{98D787A4-54A2-44D1-A7C6-37D366590655}" dt="2026-01-28T01:52:07.286" v="222" actId="478"/>
          <ac:picMkLst>
            <pc:docMk/>
            <pc:sldMk cId="1624870961" sldId="256"/>
            <ac:picMk id="10" creationId="{C50C4D93-6E87-F329-C88C-C614F0BE0513}"/>
          </ac:picMkLst>
        </pc:picChg>
        <pc:picChg chg="mod">
          <ac:chgData name="Wendy - Tran Thuy Nguyen" userId="1a20aba7-be45-4c43-abb3-3c582c8a1309" providerId="ADAL" clId="{98D787A4-54A2-44D1-A7C6-37D366590655}" dt="2026-01-28T02:20:36.680" v="428" actId="1076"/>
          <ac:picMkLst>
            <pc:docMk/>
            <pc:sldMk cId="1624870961" sldId="256"/>
            <ac:picMk id="19" creationId="{E4C75D2A-7179-E82B-B36C-3DBF11AD8663}"/>
          </ac:picMkLst>
        </pc:picChg>
        <pc:picChg chg="add mod ord">
          <ac:chgData name="Wendy - Tran Thuy Nguyen" userId="1a20aba7-be45-4c43-abb3-3c582c8a1309" providerId="ADAL" clId="{98D787A4-54A2-44D1-A7C6-37D366590655}" dt="2026-01-28T02:20:29.466" v="427" actId="167"/>
          <ac:picMkLst>
            <pc:docMk/>
            <pc:sldMk cId="1624870961" sldId="256"/>
            <ac:picMk id="21" creationId="{E023ABC6-C4B0-0177-140E-E60F6C1557B9}"/>
          </ac:picMkLst>
        </pc:picChg>
        <pc:cxnChg chg="mod">
          <ac:chgData name="Wendy - Tran Thuy Nguyen" userId="1a20aba7-be45-4c43-abb3-3c582c8a1309" providerId="ADAL" clId="{98D787A4-54A2-44D1-A7C6-37D366590655}" dt="2026-01-28T02:06:43.051" v="381" actId="14100"/>
          <ac:cxnSpMkLst>
            <pc:docMk/>
            <pc:sldMk cId="1624870961" sldId="256"/>
            <ac:cxnSpMk id="24" creationId="{5AE10C0D-8D8C-93E8-8830-22137616C8B1}"/>
          </ac:cxnSpMkLst>
        </pc:cxnChg>
        <pc:cxnChg chg="mod">
          <ac:chgData name="Wendy - Tran Thuy Nguyen" userId="1a20aba7-be45-4c43-abb3-3c582c8a1309" providerId="ADAL" clId="{98D787A4-54A2-44D1-A7C6-37D366590655}" dt="2026-01-28T02:06:20.942" v="374" actId="14100"/>
          <ac:cxnSpMkLst>
            <pc:docMk/>
            <pc:sldMk cId="1624870961" sldId="256"/>
            <ac:cxnSpMk id="29" creationId="{530C1B02-E50B-73B6-5282-17E92A3C5C7B}"/>
          </ac:cxnSpMkLst>
        </pc:cxnChg>
        <pc:cxnChg chg="del mod">
          <ac:chgData name="Wendy - Tran Thuy Nguyen" userId="1a20aba7-be45-4c43-abb3-3c582c8a1309" providerId="ADAL" clId="{98D787A4-54A2-44D1-A7C6-37D366590655}" dt="2026-01-28T02:06:02.052" v="371" actId="478"/>
          <ac:cxnSpMkLst>
            <pc:docMk/>
            <pc:sldMk cId="1624870961" sldId="256"/>
            <ac:cxnSpMk id="42" creationId="{DFC31F09-7448-EE84-ECA4-30D1049BB2C3}"/>
          </ac:cxnSpMkLst>
        </pc:cxnChg>
        <pc:cxnChg chg="del mod">
          <ac:chgData name="Wendy - Tran Thuy Nguyen" userId="1a20aba7-be45-4c43-abb3-3c582c8a1309" providerId="ADAL" clId="{98D787A4-54A2-44D1-A7C6-37D366590655}" dt="2026-01-28T02:06:02.052" v="371" actId="478"/>
          <ac:cxnSpMkLst>
            <pc:docMk/>
            <pc:sldMk cId="1624870961" sldId="256"/>
            <ac:cxnSpMk id="46" creationId="{EB1FCEDA-F07C-5CA2-1756-E735B23F074B}"/>
          </ac:cxnSpMkLst>
        </pc:cxnChg>
        <pc:cxnChg chg="mod">
          <ac:chgData name="Wendy - Tran Thuy Nguyen" userId="1a20aba7-be45-4c43-abb3-3c582c8a1309" providerId="ADAL" clId="{98D787A4-54A2-44D1-A7C6-37D366590655}" dt="2026-01-28T02:06:39.984" v="380" actId="14100"/>
          <ac:cxnSpMkLst>
            <pc:docMk/>
            <pc:sldMk cId="1624870961" sldId="256"/>
            <ac:cxnSpMk id="51" creationId="{14778FF7-6C2F-0175-287A-A738EA452555}"/>
          </ac:cxnSpMkLst>
        </pc:cxnChg>
      </pc:sldChg>
      <pc:sldChg chg="modSp mod">
        <pc:chgData name="Wendy - Tran Thuy Nguyen" userId="1a20aba7-be45-4c43-abb3-3c582c8a1309" providerId="ADAL" clId="{98D787A4-54A2-44D1-A7C6-37D366590655}" dt="2026-01-28T01:50:36.829" v="218" actId="14826"/>
        <pc:sldMkLst>
          <pc:docMk/>
          <pc:sldMk cId="3521558174" sldId="257"/>
        </pc:sldMkLst>
        <pc:spChg chg="mod">
          <ac:chgData name="Wendy - Tran Thuy Nguyen" userId="1a20aba7-be45-4c43-abb3-3c582c8a1309" providerId="ADAL" clId="{98D787A4-54A2-44D1-A7C6-37D366590655}" dt="2026-01-28T01:50:04.761" v="217" actId="20577"/>
          <ac:spMkLst>
            <pc:docMk/>
            <pc:sldMk cId="3521558174" sldId="257"/>
            <ac:spMk id="2" creationId="{ED26D261-C7CC-046E-910C-302107A6E1F1}"/>
          </ac:spMkLst>
        </pc:spChg>
        <pc:picChg chg="mod">
          <ac:chgData name="Wendy - Tran Thuy Nguyen" userId="1a20aba7-be45-4c43-abb3-3c582c8a1309" providerId="ADAL" clId="{98D787A4-54A2-44D1-A7C6-37D366590655}" dt="2026-01-28T01:50:36.829" v="218" actId="14826"/>
          <ac:picMkLst>
            <pc:docMk/>
            <pc:sldMk cId="3521558174" sldId="257"/>
            <ac:picMk id="6" creationId="{59B66A87-F6A7-3483-228A-860D5EAF93DC}"/>
          </ac:picMkLst>
        </pc:picChg>
      </pc:sldChg>
      <pc:sldChg chg="addSp delSp modSp mod ord">
        <pc:chgData name="Wendy - Tran Thuy Nguyen" userId="1a20aba7-be45-4c43-abb3-3c582c8a1309" providerId="ADAL" clId="{98D787A4-54A2-44D1-A7C6-37D366590655}" dt="2026-01-28T02:23:54.460" v="556"/>
        <pc:sldMkLst>
          <pc:docMk/>
          <pc:sldMk cId="3969947909" sldId="258"/>
        </pc:sldMkLst>
        <pc:spChg chg="del">
          <ac:chgData name="Wendy - Tran Thuy Nguyen" userId="1a20aba7-be45-4c43-abb3-3c582c8a1309" providerId="ADAL" clId="{98D787A4-54A2-44D1-A7C6-37D366590655}" dt="2026-01-28T01:55:02.632" v="268" actId="478"/>
          <ac:spMkLst>
            <pc:docMk/>
            <pc:sldMk cId="3969947909" sldId="258"/>
            <ac:spMk id="3" creationId="{7368DF3F-AE49-1A9F-3651-B1E6AAEBA70E}"/>
          </ac:spMkLst>
        </pc:spChg>
        <pc:spChg chg="add del mod">
          <ac:chgData name="Wendy - Tran Thuy Nguyen" userId="1a20aba7-be45-4c43-abb3-3c582c8a1309" providerId="ADAL" clId="{98D787A4-54A2-44D1-A7C6-37D366590655}" dt="2026-01-28T01:55:04.979" v="269" actId="22"/>
          <ac:spMkLst>
            <pc:docMk/>
            <pc:sldMk cId="3969947909" sldId="258"/>
            <ac:spMk id="4" creationId="{920C55EA-6325-4969-A95A-7A218F4FDB66}"/>
          </ac:spMkLst>
        </pc:spChg>
        <pc:spChg chg="del">
          <ac:chgData name="Wendy - Tran Thuy Nguyen" userId="1a20aba7-be45-4c43-abb3-3c582c8a1309" providerId="ADAL" clId="{98D787A4-54A2-44D1-A7C6-37D366590655}" dt="2026-01-28T01:55:02.632" v="268" actId="478"/>
          <ac:spMkLst>
            <pc:docMk/>
            <pc:sldMk cId="3969947909" sldId="258"/>
            <ac:spMk id="7" creationId="{92BD7B65-6658-B67F-3B65-04251EC5B511}"/>
          </ac:spMkLst>
        </pc:spChg>
        <pc:spChg chg="add mod">
          <ac:chgData name="Wendy - Tran Thuy Nguyen" userId="1a20aba7-be45-4c43-abb3-3c582c8a1309" providerId="ADAL" clId="{98D787A4-54A2-44D1-A7C6-37D366590655}" dt="2026-01-28T02:22:19.245" v="441" actId="1076"/>
          <ac:spMkLst>
            <pc:docMk/>
            <pc:sldMk cId="3969947909" sldId="258"/>
            <ac:spMk id="10" creationId="{00DA951B-3CE2-BDD0-5458-1241CFD96794}"/>
          </ac:spMkLst>
        </pc:spChg>
        <pc:spChg chg="del">
          <ac:chgData name="Wendy - Tran Thuy Nguyen" userId="1a20aba7-be45-4c43-abb3-3c582c8a1309" providerId="ADAL" clId="{98D787A4-54A2-44D1-A7C6-37D366590655}" dt="2026-01-28T01:55:02.632" v="268" actId="478"/>
          <ac:spMkLst>
            <pc:docMk/>
            <pc:sldMk cId="3969947909" sldId="258"/>
            <ac:spMk id="11" creationId="{2FA2750A-9169-11E0-AB86-429CFBF5789F}"/>
          </ac:spMkLst>
        </pc:spChg>
        <pc:spChg chg="del">
          <ac:chgData name="Wendy - Tran Thuy Nguyen" userId="1a20aba7-be45-4c43-abb3-3c582c8a1309" providerId="ADAL" clId="{98D787A4-54A2-44D1-A7C6-37D366590655}" dt="2026-01-28T01:55:02.632" v="268" actId="478"/>
          <ac:spMkLst>
            <pc:docMk/>
            <pc:sldMk cId="3969947909" sldId="258"/>
            <ac:spMk id="12" creationId="{433BC0CF-8C45-A443-9338-9332539BEAD2}"/>
          </ac:spMkLst>
        </pc:spChg>
        <pc:spChg chg="del">
          <ac:chgData name="Wendy - Tran Thuy Nguyen" userId="1a20aba7-be45-4c43-abb3-3c582c8a1309" providerId="ADAL" clId="{98D787A4-54A2-44D1-A7C6-37D366590655}" dt="2026-01-28T01:55:02.632" v="268" actId="478"/>
          <ac:spMkLst>
            <pc:docMk/>
            <pc:sldMk cId="3969947909" sldId="258"/>
            <ac:spMk id="13" creationId="{C2532D54-9B86-8009-77A3-1270D850AC74}"/>
          </ac:spMkLst>
        </pc:spChg>
        <pc:spChg chg="del">
          <ac:chgData name="Wendy - Tran Thuy Nguyen" userId="1a20aba7-be45-4c43-abb3-3c582c8a1309" providerId="ADAL" clId="{98D787A4-54A2-44D1-A7C6-37D366590655}" dt="2026-01-28T01:55:02.632" v="268" actId="478"/>
          <ac:spMkLst>
            <pc:docMk/>
            <pc:sldMk cId="3969947909" sldId="258"/>
            <ac:spMk id="14" creationId="{5B9A54C3-4433-69A7-BACE-F6319111D1ED}"/>
          </ac:spMkLst>
        </pc:spChg>
        <pc:spChg chg="del">
          <ac:chgData name="Wendy - Tran Thuy Nguyen" userId="1a20aba7-be45-4c43-abb3-3c582c8a1309" providerId="ADAL" clId="{98D787A4-54A2-44D1-A7C6-37D366590655}" dt="2026-01-28T01:55:02.632" v="268" actId="478"/>
          <ac:spMkLst>
            <pc:docMk/>
            <pc:sldMk cId="3969947909" sldId="258"/>
            <ac:spMk id="15" creationId="{66D746E5-24F7-EC0C-D735-F489E71EBD63}"/>
          </ac:spMkLst>
        </pc:spChg>
        <pc:spChg chg="add mod">
          <ac:chgData name="Wendy - Tran Thuy Nguyen" userId="1a20aba7-be45-4c43-abb3-3c582c8a1309" providerId="ADAL" clId="{98D787A4-54A2-44D1-A7C6-37D366590655}" dt="2026-01-28T02:23:16.655" v="476" actId="14100"/>
          <ac:spMkLst>
            <pc:docMk/>
            <pc:sldMk cId="3969947909" sldId="258"/>
            <ac:spMk id="17" creationId="{88ACD478-D9F1-5F2C-8A92-44AAAC36F4A6}"/>
          </ac:spMkLst>
        </pc:spChg>
        <pc:spChg chg="del">
          <ac:chgData name="Wendy - Tran Thuy Nguyen" userId="1a20aba7-be45-4c43-abb3-3c582c8a1309" providerId="ADAL" clId="{98D787A4-54A2-44D1-A7C6-37D366590655}" dt="2026-01-28T01:55:02.632" v="268" actId="478"/>
          <ac:spMkLst>
            <pc:docMk/>
            <pc:sldMk cId="3969947909" sldId="258"/>
            <ac:spMk id="18" creationId="{CEC2624F-B014-222D-64C6-92CFAD460B6A}"/>
          </ac:spMkLst>
        </pc:spChg>
        <pc:spChg chg="add mod">
          <ac:chgData name="Wendy - Tran Thuy Nguyen" userId="1a20aba7-be45-4c43-abb3-3c582c8a1309" providerId="ADAL" clId="{98D787A4-54A2-44D1-A7C6-37D366590655}" dt="2026-01-28T02:08:04.849" v="388" actId="1076"/>
          <ac:spMkLst>
            <pc:docMk/>
            <pc:sldMk cId="3969947909" sldId="258"/>
            <ac:spMk id="24" creationId="{6C77886F-983B-3A3E-B604-9B92648FA7FA}"/>
          </ac:spMkLst>
        </pc:spChg>
        <pc:spChg chg="add mod">
          <ac:chgData name="Wendy - Tran Thuy Nguyen" userId="1a20aba7-be45-4c43-abb3-3c582c8a1309" providerId="ADAL" clId="{98D787A4-54A2-44D1-A7C6-37D366590655}" dt="2026-01-28T02:22:35.464" v="466" actId="20577"/>
          <ac:spMkLst>
            <pc:docMk/>
            <pc:sldMk cId="3969947909" sldId="258"/>
            <ac:spMk id="26" creationId="{2E2E9CEC-1DE0-507D-21A2-C5B2636791E5}"/>
          </ac:spMkLst>
        </pc:spChg>
        <pc:picChg chg="del">
          <ac:chgData name="Wendy - Tran Thuy Nguyen" userId="1a20aba7-be45-4c43-abb3-3c582c8a1309" providerId="ADAL" clId="{98D787A4-54A2-44D1-A7C6-37D366590655}" dt="2026-01-28T01:55:02.632" v="268" actId="478"/>
          <ac:picMkLst>
            <pc:docMk/>
            <pc:sldMk cId="3969947909" sldId="258"/>
            <ac:picMk id="6" creationId="{F607F716-DEFF-CF8F-4ABE-308728195140}"/>
          </ac:picMkLst>
        </pc:picChg>
        <pc:picChg chg="add mod ord">
          <ac:chgData name="Wendy - Tran Thuy Nguyen" userId="1a20aba7-be45-4c43-abb3-3c582c8a1309" providerId="ADAL" clId="{98D787A4-54A2-44D1-A7C6-37D366590655}" dt="2026-01-28T02:23:07.854" v="474" actId="208"/>
          <ac:picMkLst>
            <pc:docMk/>
            <pc:sldMk cId="3969947909" sldId="258"/>
            <ac:picMk id="8" creationId="{82A5B8FC-7C86-3283-7E17-E6F903F20B1C}"/>
          </ac:picMkLst>
        </pc:picChg>
        <pc:picChg chg="add mod">
          <ac:chgData name="Wendy - Tran Thuy Nguyen" userId="1a20aba7-be45-4c43-abb3-3c582c8a1309" providerId="ADAL" clId="{98D787A4-54A2-44D1-A7C6-37D366590655}" dt="2026-01-28T01:56:51.264" v="339" actId="1076"/>
          <ac:picMkLst>
            <pc:docMk/>
            <pc:sldMk cId="3969947909" sldId="258"/>
            <ac:picMk id="20" creationId="{672ED1F3-2BDE-807B-6C24-448B3C6170E9}"/>
          </ac:picMkLst>
        </pc:picChg>
        <pc:picChg chg="add mod">
          <ac:chgData name="Wendy - Tran Thuy Nguyen" userId="1a20aba7-be45-4c43-abb3-3c582c8a1309" providerId="ADAL" clId="{98D787A4-54A2-44D1-A7C6-37D366590655}" dt="2026-01-28T02:23:54.460" v="556"/>
          <ac:picMkLst>
            <pc:docMk/>
            <pc:sldMk cId="3969947909" sldId="258"/>
            <ac:picMk id="25" creationId="{88D51A05-4E00-318C-CC66-E63293F3562B}"/>
          </ac:picMkLst>
        </pc:picChg>
        <pc:cxnChg chg="add mod">
          <ac:chgData name="Wendy - Tran Thuy Nguyen" userId="1a20aba7-be45-4c43-abb3-3c582c8a1309" providerId="ADAL" clId="{98D787A4-54A2-44D1-A7C6-37D366590655}" dt="2026-01-28T02:22:56.134" v="470" actId="14100"/>
          <ac:cxnSpMkLst>
            <pc:docMk/>
            <pc:sldMk cId="3969947909" sldId="258"/>
            <ac:cxnSpMk id="21" creationId="{7F4B60F9-3822-5195-F97B-56A0FE194837}"/>
          </ac:cxnSpMkLst>
        </pc:cxnChg>
        <pc:cxnChg chg="add mod">
          <ac:chgData name="Wendy - Tran Thuy Nguyen" userId="1a20aba7-be45-4c43-abb3-3c582c8a1309" providerId="ADAL" clId="{98D787A4-54A2-44D1-A7C6-37D366590655}" dt="2026-01-28T02:23:02.524" v="473" actId="14100"/>
          <ac:cxnSpMkLst>
            <pc:docMk/>
            <pc:sldMk cId="3969947909" sldId="258"/>
            <ac:cxnSpMk id="28" creationId="{0640A0EE-EB31-8F23-297A-D3D354F71F6D}"/>
          </ac:cxnSpMkLst>
        </pc:cxnChg>
      </pc:sldChg>
      <pc:sldChg chg="addSp delSp modSp del mod">
        <pc:chgData name="Wendy - Tran Thuy Nguyen" userId="1a20aba7-be45-4c43-abb3-3c582c8a1309" providerId="ADAL" clId="{98D787A4-54A2-44D1-A7C6-37D366590655}" dt="2026-01-28T02:21:15.215" v="439" actId="47"/>
        <pc:sldMkLst>
          <pc:docMk/>
          <pc:sldMk cId="3260004999" sldId="259"/>
        </pc:sldMkLst>
        <pc:spChg chg="add mod">
          <ac:chgData name="Wendy - Tran Thuy Nguyen" userId="1a20aba7-be45-4c43-abb3-3c582c8a1309" providerId="ADAL" clId="{98D787A4-54A2-44D1-A7C6-37D366590655}" dt="2026-01-28T02:07:53.200" v="385" actId="478"/>
          <ac:spMkLst>
            <pc:docMk/>
            <pc:sldMk cId="3260004999" sldId="259"/>
            <ac:spMk id="3" creationId="{7A95ACB6-403A-17CD-2D67-941B7722EF74}"/>
          </ac:spMkLst>
        </pc:spChg>
        <pc:spChg chg="add mod">
          <ac:chgData name="Wendy - Tran Thuy Nguyen" userId="1a20aba7-be45-4c43-abb3-3c582c8a1309" providerId="ADAL" clId="{98D787A4-54A2-44D1-A7C6-37D366590655}" dt="2026-01-28T02:09:00.538" v="403" actId="1076"/>
          <ac:spMkLst>
            <pc:docMk/>
            <pc:sldMk cId="3260004999" sldId="259"/>
            <ac:spMk id="7" creationId="{389C666C-0C77-171B-3529-16339C891551}"/>
          </ac:spMkLst>
        </pc:spChg>
        <pc:spChg chg="add mod">
          <ac:chgData name="Wendy - Tran Thuy Nguyen" userId="1a20aba7-be45-4c43-abb3-3c582c8a1309" providerId="ADAL" clId="{98D787A4-54A2-44D1-A7C6-37D366590655}" dt="2026-01-28T02:08:43.458" v="401" actId="1076"/>
          <ac:spMkLst>
            <pc:docMk/>
            <pc:sldMk cId="3260004999" sldId="259"/>
            <ac:spMk id="11" creationId="{FA0F5043-0F65-B830-0AD1-A3792B7A3D97}"/>
          </ac:spMkLst>
        </pc:spChg>
        <pc:graphicFrameChg chg="del">
          <ac:chgData name="Wendy - Tran Thuy Nguyen" userId="1a20aba7-be45-4c43-abb3-3c582c8a1309" providerId="ADAL" clId="{98D787A4-54A2-44D1-A7C6-37D366590655}" dt="2026-01-28T02:07:53.200" v="385" actId="478"/>
          <ac:graphicFrameMkLst>
            <pc:docMk/>
            <pc:sldMk cId="3260004999" sldId="259"/>
            <ac:graphicFrameMk id="10" creationId="{0252491A-6B41-4E8A-479B-13A752322EB6}"/>
          </ac:graphicFrameMkLst>
        </pc:graphicFrameChg>
        <pc:picChg chg="del">
          <ac:chgData name="Wendy - Tran Thuy Nguyen" userId="1a20aba7-be45-4c43-abb3-3c582c8a1309" providerId="ADAL" clId="{98D787A4-54A2-44D1-A7C6-37D366590655}" dt="2026-01-28T02:07:55.139" v="386" actId="478"/>
          <ac:picMkLst>
            <pc:docMk/>
            <pc:sldMk cId="3260004999" sldId="259"/>
            <ac:picMk id="4" creationId="{2046CAF6-D12C-B6FD-3E45-56B607249534}"/>
          </ac:picMkLst>
        </pc:picChg>
        <pc:picChg chg="add mod">
          <ac:chgData name="Wendy - Tran Thuy Nguyen" userId="1a20aba7-be45-4c43-abb3-3c582c8a1309" providerId="ADAL" clId="{98D787A4-54A2-44D1-A7C6-37D366590655}" dt="2026-01-28T02:08:54.588" v="402" actId="1076"/>
          <ac:picMkLst>
            <pc:docMk/>
            <pc:sldMk cId="3260004999" sldId="259"/>
            <ac:picMk id="6" creationId="{BF647C1A-0139-B764-F68A-E3945CA2529C}"/>
          </ac:picMkLst>
        </pc:picChg>
        <pc:picChg chg="add mod">
          <ac:chgData name="Wendy - Tran Thuy Nguyen" userId="1a20aba7-be45-4c43-abb3-3c582c8a1309" providerId="ADAL" clId="{98D787A4-54A2-44D1-A7C6-37D366590655}" dt="2026-01-28T02:08:34.018" v="398" actId="1076"/>
          <ac:picMkLst>
            <pc:docMk/>
            <pc:sldMk cId="3260004999" sldId="259"/>
            <ac:picMk id="8" creationId="{8AA2F863-DF34-BE49-B558-A2C5B213AC39}"/>
          </ac:picMkLst>
        </pc:picChg>
        <pc:picChg chg="add mod">
          <ac:chgData name="Wendy - Tran Thuy Nguyen" userId="1a20aba7-be45-4c43-abb3-3c582c8a1309" providerId="ADAL" clId="{98D787A4-54A2-44D1-A7C6-37D366590655}" dt="2026-01-28T02:10:04.136" v="407" actId="1076"/>
          <ac:picMkLst>
            <pc:docMk/>
            <pc:sldMk cId="3260004999" sldId="259"/>
            <ac:picMk id="15" creationId="{E3991309-78FD-7FAE-3DD4-7C27D860B7F1}"/>
          </ac:picMkLst>
        </pc:picChg>
        <pc:cxnChg chg="add mod">
          <ac:chgData name="Wendy - Tran Thuy Nguyen" userId="1a20aba7-be45-4c43-abb3-3c582c8a1309" providerId="ADAL" clId="{98D787A4-54A2-44D1-A7C6-37D366590655}" dt="2026-01-28T02:09:00.538" v="403" actId="1076"/>
          <ac:cxnSpMkLst>
            <pc:docMk/>
            <pc:sldMk cId="3260004999" sldId="259"/>
            <ac:cxnSpMk id="9" creationId="{6259720B-2BBE-D2B2-56E5-64C323C60D16}"/>
          </ac:cxnSpMkLst>
        </pc:cxnChg>
      </pc:sldChg>
      <pc:sldChg chg="addSp delSp modSp add del mod">
        <pc:chgData name="Wendy - Tran Thuy Nguyen" userId="1a20aba7-be45-4c43-abb3-3c582c8a1309" providerId="ADAL" clId="{98D787A4-54A2-44D1-A7C6-37D366590655}" dt="2026-01-28T02:16:40.495" v="410" actId="47"/>
        <pc:sldMkLst>
          <pc:docMk/>
          <pc:sldMk cId="1345282891" sldId="260"/>
        </pc:sldMkLst>
        <pc:spChg chg="add mod">
          <ac:chgData name="Wendy - Tran Thuy Nguyen" userId="1a20aba7-be45-4c43-abb3-3c582c8a1309" providerId="ADAL" clId="{98D787A4-54A2-44D1-A7C6-37D366590655}" dt="2026-01-28T01:24:22.692" v="145" actId="208"/>
          <ac:spMkLst>
            <pc:docMk/>
            <pc:sldMk cId="1345282891" sldId="260"/>
            <ac:spMk id="2" creationId="{FEF8E9D6-2B9C-58F8-C496-51C522D8C8FE}"/>
          </ac:spMkLst>
        </pc:spChg>
        <pc:spChg chg="add mod">
          <ac:chgData name="Wendy - Tran Thuy Nguyen" userId="1a20aba7-be45-4c43-abb3-3c582c8a1309" providerId="ADAL" clId="{98D787A4-54A2-44D1-A7C6-37D366590655}" dt="2026-01-28T01:24:46.591" v="149" actId="3062"/>
          <ac:spMkLst>
            <pc:docMk/>
            <pc:sldMk cId="1345282891" sldId="260"/>
            <ac:spMk id="3" creationId="{3453FAB2-6FA3-FA95-9C72-03CCF8932E35}"/>
          </ac:spMkLst>
        </pc:spChg>
        <pc:spChg chg="add mod">
          <ac:chgData name="Wendy - Tran Thuy Nguyen" userId="1a20aba7-be45-4c43-abb3-3c582c8a1309" providerId="ADAL" clId="{98D787A4-54A2-44D1-A7C6-37D366590655}" dt="2026-01-28T01:25:57.937" v="196" actId="20577"/>
          <ac:spMkLst>
            <pc:docMk/>
            <pc:sldMk cId="1345282891" sldId="260"/>
            <ac:spMk id="4" creationId="{91AB722E-7813-22DB-E513-3433B2FCD8D1}"/>
          </ac:spMkLst>
        </pc:spChg>
        <pc:spChg chg="add mod">
          <ac:chgData name="Wendy - Tran Thuy Nguyen" userId="1a20aba7-be45-4c43-abb3-3c582c8a1309" providerId="ADAL" clId="{98D787A4-54A2-44D1-A7C6-37D366590655}" dt="2026-01-28T01:25:18.907" v="176" actId="14100"/>
          <ac:spMkLst>
            <pc:docMk/>
            <pc:sldMk cId="1345282891" sldId="260"/>
            <ac:spMk id="5" creationId="{C6D353CC-604C-0785-6A2F-AB1179FB4644}"/>
          </ac:spMkLst>
        </pc:spChg>
        <pc:spChg chg="add del mod">
          <ac:chgData name="Wendy - Tran Thuy Nguyen" userId="1a20aba7-be45-4c43-abb3-3c582c8a1309" providerId="ADAL" clId="{98D787A4-54A2-44D1-A7C6-37D366590655}" dt="2026-01-27T12:21:28.080" v="30" actId="478"/>
          <ac:spMkLst>
            <pc:docMk/>
            <pc:sldMk cId="1345282891" sldId="260"/>
            <ac:spMk id="6" creationId="{8B958264-8198-0D66-82B8-E4050098119C}"/>
          </ac:spMkLst>
        </pc:spChg>
        <pc:graphicFrameChg chg="del">
          <ac:chgData name="Wendy - Tran Thuy Nguyen" userId="1a20aba7-be45-4c43-abb3-3c582c8a1309" providerId="ADAL" clId="{98D787A4-54A2-44D1-A7C6-37D366590655}" dt="2026-01-27T10:42:20.688" v="5" actId="478"/>
          <ac:graphicFrameMkLst>
            <pc:docMk/>
            <pc:sldMk cId="1345282891" sldId="260"/>
            <ac:graphicFrameMk id="10" creationId="{15B63CA3-18E2-77EF-922C-3FE0EDF8772C}"/>
          </ac:graphicFrameMkLst>
        </pc:graphicFrameChg>
        <pc:picChg chg="add del mod">
          <ac:chgData name="Wendy - Tran Thuy Nguyen" userId="1a20aba7-be45-4c43-abb3-3c582c8a1309" providerId="ADAL" clId="{98D787A4-54A2-44D1-A7C6-37D366590655}" dt="2026-01-27T12:20:40.402" v="19" actId="478"/>
          <ac:picMkLst>
            <pc:docMk/>
            <pc:sldMk cId="1345282891" sldId="260"/>
            <ac:picMk id="3" creationId="{D07BF48D-5C9F-FA6E-2DAA-4F5AD18B12AC}"/>
          </ac:picMkLst>
        </pc:picChg>
        <pc:picChg chg="del">
          <ac:chgData name="Wendy - Tran Thuy Nguyen" userId="1a20aba7-be45-4c43-abb3-3c582c8a1309" providerId="ADAL" clId="{98D787A4-54A2-44D1-A7C6-37D366590655}" dt="2026-01-27T10:24:19.433" v="1" actId="478"/>
          <ac:picMkLst>
            <pc:docMk/>
            <pc:sldMk cId="1345282891" sldId="260"/>
            <ac:picMk id="4" creationId="{CA5058C5-EE0C-407B-372A-015B6E7126EA}"/>
          </ac:picMkLst>
        </pc:picChg>
        <pc:picChg chg="add mod">
          <ac:chgData name="Wendy - Tran Thuy Nguyen" userId="1a20aba7-be45-4c43-abb3-3c582c8a1309" providerId="ADAL" clId="{98D787A4-54A2-44D1-A7C6-37D366590655}" dt="2026-01-27T12:21:25.885" v="29" actId="1076"/>
          <ac:picMkLst>
            <pc:docMk/>
            <pc:sldMk cId="1345282891" sldId="260"/>
            <ac:picMk id="8" creationId="{FF2181D6-2CDC-0732-4C96-CFFAF9C83AF7}"/>
          </ac:picMkLst>
        </pc:picChg>
        <pc:cxnChg chg="add mod">
          <ac:chgData name="Wendy - Tran Thuy Nguyen" userId="1a20aba7-be45-4c43-abb3-3c582c8a1309" providerId="ADAL" clId="{98D787A4-54A2-44D1-A7C6-37D366590655}" dt="2026-01-28T01:25:30.586" v="178" actId="208"/>
          <ac:cxnSpMkLst>
            <pc:docMk/>
            <pc:sldMk cId="1345282891" sldId="260"/>
            <ac:cxnSpMk id="7" creationId="{ACA2A7D9-5C14-9FEC-5F08-F8A7105056A6}"/>
          </ac:cxnSpMkLst>
        </pc:cxnChg>
        <pc:cxnChg chg="add mod">
          <ac:chgData name="Wendy - Tran Thuy Nguyen" userId="1a20aba7-be45-4c43-abb3-3c582c8a1309" providerId="ADAL" clId="{98D787A4-54A2-44D1-A7C6-37D366590655}" dt="2026-01-28T01:25:57.937" v="196" actId="20577"/>
          <ac:cxnSpMkLst>
            <pc:docMk/>
            <pc:sldMk cId="1345282891" sldId="260"/>
            <ac:cxnSpMk id="9" creationId="{3ABB010B-DB32-F52D-1BC7-AC7A3941C453}"/>
          </ac:cxnSpMkLst>
        </pc:cxnChg>
        <pc:cxnChg chg="add mod">
          <ac:chgData name="Wendy - Tran Thuy Nguyen" userId="1a20aba7-be45-4c43-abb3-3c582c8a1309" providerId="ADAL" clId="{98D787A4-54A2-44D1-A7C6-37D366590655}" dt="2026-01-28T01:25:47.489" v="184" actId="14100"/>
          <ac:cxnSpMkLst>
            <pc:docMk/>
            <pc:sldMk cId="1345282891" sldId="260"/>
            <ac:cxnSpMk id="11" creationId="{CBB31F55-3C84-2595-959A-3ACD93BC4A0F}"/>
          </ac:cxnSpMkLst>
        </pc:cxnChg>
      </pc:sldChg>
      <pc:sldChg chg="addSp delSp modSp add del mod ord">
        <pc:chgData name="Wendy - Tran Thuy Nguyen" userId="1a20aba7-be45-4c43-abb3-3c582c8a1309" providerId="ADAL" clId="{98D787A4-54A2-44D1-A7C6-37D366590655}" dt="2026-01-28T02:16:39.105" v="409" actId="47"/>
        <pc:sldMkLst>
          <pc:docMk/>
          <pc:sldMk cId="3385595655" sldId="261"/>
        </pc:sldMkLst>
        <pc:spChg chg="mod">
          <ac:chgData name="Wendy - Tran Thuy Nguyen" userId="1a20aba7-be45-4c43-abb3-3c582c8a1309" providerId="ADAL" clId="{98D787A4-54A2-44D1-A7C6-37D366590655}" dt="2026-01-27T12:25:25.133" v="78" actId="14100"/>
          <ac:spMkLst>
            <pc:docMk/>
            <pc:sldMk cId="3385595655" sldId="261"/>
            <ac:spMk id="6" creationId="{E2547295-F58B-8DCB-5350-02DE8A44398B}"/>
          </ac:spMkLst>
        </pc:spChg>
        <pc:spChg chg="add mod">
          <ac:chgData name="Wendy - Tran Thuy Nguyen" userId="1a20aba7-be45-4c43-abb3-3c582c8a1309" providerId="ADAL" clId="{98D787A4-54A2-44D1-A7C6-37D366590655}" dt="2026-01-27T12:44:06.732" v="140" actId="1035"/>
          <ac:spMkLst>
            <pc:docMk/>
            <pc:sldMk cId="3385595655" sldId="261"/>
            <ac:spMk id="23" creationId="{A8237F28-C78F-E9B9-6470-F7C7E26B7F89}"/>
          </ac:spMkLst>
        </pc:spChg>
        <pc:picChg chg="mod modCrop">
          <ac:chgData name="Wendy - Tran Thuy Nguyen" userId="1a20aba7-be45-4c43-abb3-3c582c8a1309" providerId="ADAL" clId="{98D787A4-54A2-44D1-A7C6-37D366590655}" dt="2026-01-27T12:42:48.236" v="132" actId="1076"/>
          <ac:picMkLst>
            <pc:docMk/>
            <pc:sldMk cId="3385595655" sldId="261"/>
            <ac:picMk id="3" creationId="{7281120B-7E36-B32C-CD35-9A96313F4FEA}"/>
          </ac:picMkLst>
        </pc:picChg>
        <pc:picChg chg="add mod modCrop">
          <ac:chgData name="Wendy - Tran Thuy Nguyen" userId="1a20aba7-be45-4c43-abb3-3c582c8a1309" providerId="ADAL" clId="{98D787A4-54A2-44D1-A7C6-37D366590655}" dt="2026-01-27T12:31:48.761" v="99" actId="14100"/>
          <ac:picMkLst>
            <pc:docMk/>
            <pc:sldMk cId="3385595655" sldId="261"/>
            <ac:picMk id="4" creationId="{740BBC82-A357-8ED1-06C0-6ACE710D6FE7}"/>
          </ac:picMkLst>
        </pc:picChg>
        <pc:picChg chg="add del mod">
          <ac:chgData name="Wendy - Tran Thuy Nguyen" userId="1a20aba7-be45-4c43-abb3-3c582c8a1309" providerId="ADAL" clId="{98D787A4-54A2-44D1-A7C6-37D366590655}" dt="2026-01-27T12:34:11.791" v="108" actId="478"/>
          <ac:picMkLst>
            <pc:docMk/>
            <pc:sldMk cId="3385595655" sldId="261"/>
            <ac:picMk id="7" creationId="{6113D05F-DE94-FEAB-EF8E-245B1C9CD6CB}"/>
          </ac:picMkLst>
        </pc:picChg>
        <pc:picChg chg="del mod">
          <ac:chgData name="Wendy - Tran Thuy Nguyen" userId="1a20aba7-be45-4c43-abb3-3c582c8a1309" providerId="ADAL" clId="{98D787A4-54A2-44D1-A7C6-37D366590655}" dt="2026-01-27T12:20:21.676" v="15" actId="478"/>
          <ac:picMkLst>
            <pc:docMk/>
            <pc:sldMk cId="3385595655" sldId="261"/>
            <ac:picMk id="8" creationId="{CD7A5B9C-2F72-9F55-57B9-54DD3885904D}"/>
          </ac:picMkLst>
        </pc:picChg>
        <pc:picChg chg="add del mod">
          <ac:chgData name="Wendy - Tran Thuy Nguyen" userId="1a20aba7-be45-4c43-abb3-3c582c8a1309" providerId="ADAL" clId="{98D787A4-54A2-44D1-A7C6-37D366590655}" dt="2026-01-27T12:39:17.984" v="119" actId="478"/>
          <ac:picMkLst>
            <pc:docMk/>
            <pc:sldMk cId="3385595655" sldId="261"/>
            <ac:picMk id="10" creationId="{327A3FB5-DA87-06D2-2B05-0A692465890D}"/>
          </ac:picMkLst>
        </pc:picChg>
        <pc:picChg chg="add mod">
          <ac:chgData name="Wendy - Tran Thuy Nguyen" userId="1a20aba7-be45-4c43-abb3-3c582c8a1309" providerId="ADAL" clId="{98D787A4-54A2-44D1-A7C6-37D366590655}" dt="2026-01-27T12:31:51.030" v="100" actId="1076"/>
          <ac:picMkLst>
            <pc:docMk/>
            <pc:sldMk cId="3385595655" sldId="261"/>
            <ac:picMk id="12" creationId="{965CF575-2273-639D-7B24-0818FBAFCCE9}"/>
          </ac:picMkLst>
        </pc:picChg>
        <pc:picChg chg="add del mod">
          <ac:chgData name="Wendy - Tran Thuy Nguyen" userId="1a20aba7-be45-4c43-abb3-3c582c8a1309" providerId="ADAL" clId="{98D787A4-54A2-44D1-A7C6-37D366590655}" dt="2026-01-27T12:37:14.088" v="114" actId="478"/>
          <ac:picMkLst>
            <pc:docMk/>
            <pc:sldMk cId="3385595655" sldId="261"/>
            <ac:picMk id="14" creationId="{31724AA1-08DC-16D5-5C39-B07CCAFFB0D2}"/>
          </ac:picMkLst>
        </pc:picChg>
        <pc:picChg chg="add mod">
          <ac:chgData name="Wendy - Tran Thuy Nguyen" userId="1a20aba7-be45-4c43-abb3-3c582c8a1309" providerId="ADAL" clId="{98D787A4-54A2-44D1-A7C6-37D366590655}" dt="2026-01-27T12:42:33.983" v="131" actId="1076"/>
          <ac:picMkLst>
            <pc:docMk/>
            <pc:sldMk cId="3385595655" sldId="261"/>
            <ac:picMk id="16" creationId="{5D32DA59-0495-65EB-1782-D597CB825047}"/>
          </ac:picMkLst>
        </pc:picChg>
        <pc:picChg chg="add mod">
          <ac:chgData name="Wendy - Tran Thuy Nguyen" userId="1a20aba7-be45-4c43-abb3-3c582c8a1309" providerId="ADAL" clId="{98D787A4-54A2-44D1-A7C6-37D366590655}" dt="2026-01-27T12:42:14.507" v="125" actId="1076"/>
          <ac:picMkLst>
            <pc:docMk/>
            <pc:sldMk cId="3385595655" sldId="261"/>
            <ac:picMk id="18" creationId="{103AFA2B-0573-F332-E245-1C69BAC76E7C}"/>
          </ac:picMkLst>
        </pc:picChg>
        <pc:picChg chg="add mod">
          <ac:chgData name="Wendy - Tran Thuy Nguyen" userId="1a20aba7-be45-4c43-abb3-3c582c8a1309" providerId="ADAL" clId="{98D787A4-54A2-44D1-A7C6-37D366590655}" dt="2026-01-27T12:37:21.879" v="118" actId="14100"/>
          <ac:picMkLst>
            <pc:docMk/>
            <pc:sldMk cId="3385595655" sldId="261"/>
            <ac:picMk id="20" creationId="{9A0E2814-3918-05A6-7013-DB1ACE112ED3}"/>
          </ac:picMkLst>
        </pc:picChg>
        <pc:picChg chg="add mod">
          <ac:chgData name="Wendy - Tran Thuy Nguyen" userId="1a20aba7-be45-4c43-abb3-3c582c8a1309" providerId="ADAL" clId="{98D787A4-54A2-44D1-A7C6-37D366590655}" dt="2026-01-27T12:42:24.326" v="129" actId="1076"/>
          <ac:picMkLst>
            <pc:docMk/>
            <pc:sldMk cId="3385595655" sldId="261"/>
            <ac:picMk id="22" creationId="{49619D15-FDDB-90B7-286F-7FFCE3CFE203}"/>
          </ac:picMkLst>
        </pc:picChg>
        <pc:cxnChg chg="add mod">
          <ac:chgData name="Wendy - Tran Thuy Nguyen" userId="1a20aba7-be45-4c43-abb3-3c582c8a1309" providerId="ADAL" clId="{98D787A4-54A2-44D1-A7C6-37D366590655}" dt="2026-01-27T12:44:25.168" v="142" actId="208"/>
          <ac:cxnSpMkLst>
            <pc:docMk/>
            <pc:sldMk cId="3385595655" sldId="261"/>
            <ac:cxnSpMk id="25" creationId="{307D6A56-4DB9-E7CB-6478-C6ADF568D4CF}"/>
          </ac:cxnSpMkLst>
        </pc:cxnChg>
      </pc:sldChg>
      <pc:sldChg chg="addSp delSp modSp add del mod setBg">
        <pc:chgData name="Wendy - Tran Thuy Nguyen" userId="1a20aba7-be45-4c43-abb3-3c582c8a1309" providerId="ADAL" clId="{98D787A4-54A2-44D1-A7C6-37D366590655}" dt="2026-01-28T01:26:41.536" v="198" actId="47"/>
        <pc:sldMkLst>
          <pc:docMk/>
          <pc:sldMk cId="965928091" sldId="262"/>
        </pc:sldMkLst>
        <pc:spChg chg="add del">
          <ac:chgData name="Wendy - Tran Thuy Nguyen" userId="1a20aba7-be45-4c43-abb3-3c582c8a1309" providerId="ADAL" clId="{98D787A4-54A2-44D1-A7C6-37D366590655}" dt="2026-01-27T12:21:20.150" v="27" actId="478"/>
          <ac:spMkLst>
            <pc:docMk/>
            <pc:sldMk cId="965928091" sldId="262"/>
            <ac:spMk id="6" creationId="{2D79CA0B-31FC-AF01-4715-1E391015E03D}"/>
          </ac:spMkLst>
        </pc:spChg>
        <pc:spChg chg="add del">
          <ac:chgData name="Wendy - Tran Thuy Nguyen" userId="1a20aba7-be45-4c43-abb3-3c582c8a1309" providerId="ADAL" clId="{98D787A4-54A2-44D1-A7C6-37D366590655}" dt="2026-01-27T12:21:12.516" v="24" actId="26606"/>
          <ac:spMkLst>
            <pc:docMk/>
            <pc:sldMk cId="965928091" sldId="262"/>
            <ac:spMk id="11" creationId="{42A4FC2C-047E-45A5-965D-8E1E3BF09BC6}"/>
          </ac:spMkLst>
        </pc:spChg>
        <pc:picChg chg="add del mod">
          <ac:chgData name="Wendy - Tran Thuy Nguyen" userId="1a20aba7-be45-4c43-abb3-3c582c8a1309" providerId="ADAL" clId="{98D787A4-54A2-44D1-A7C6-37D366590655}" dt="2026-01-28T01:26:37.059" v="197" actId="478"/>
          <ac:picMkLst>
            <pc:docMk/>
            <pc:sldMk cId="965928091" sldId="262"/>
            <ac:picMk id="3" creationId="{7CDB4719-BA7C-AF63-735F-BE7D2D30C596}"/>
          </ac:picMkLst>
        </pc:picChg>
        <pc:picChg chg="del">
          <ac:chgData name="Wendy - Tran Thuy Nguyen" userId="1a20aba7-be45-4c43-abb3-3c582c8a1309" providerId="ADAL" clId="{98D787A4-54A2-44D1-A7C6-37D366590655}" dt="2026-01-27T12:21:07.375" v="21" actId="478"/>
          <ac:picMkLst>
            <pc:docMk/>
            <pc:sldMk cId="965928091" sldId="262"/>
            <ac:picMk id="8" creationId="{C795987A-DF63-2B0A-4DC8-1BDCDD2DCB59}"/>
          </ac:picMkLst>
        </pc:picChg>
      </pc:sldChg>
      <pc:sldChg chg="addSp delSp modSp add del mod">
        <pc:chgData name="Wendy - Tran Thuy Nguyen" userId="1a20aba7-be45-4c43-abb3-3c582c8a1309" providerId="ADAL" clId="{98D787A4-54A2-44D1-A7C6-37D366590655}" dt="2026-01-28T02:16:33.105" v="408" actId="47"/>
        <pc:sldMkLst>
          <pc:docMk/>
          <pc:sldMk cId="2503466075" sldId="262"/>
        </pc:sldMkLst>
        <pc:spChg chg="mod">
          <ac:chgData name="Wendy - Tran Thuy Nguyen" userId="1a20aba7-be45-4c43-abb3-3c582c8a1309" providerId="ADAL" clId="{98D787A4-54A2-44D1-A7C6-37D366590655}" dt="2026-01-28T02:00:21.724" v="367" actId="20577"/>
          <ac:spMkLst>
            <pc:docMk/>
            <pc:sldMk cId="2503466075" sldId="262"/>
            <ac:spMk id="2" creationId="{59D5161E-6856-03F7-7A1A-FFBCCB7916D1}"/>
          </ac:spMkLst>
        </pc:spChg>
        <pc:picChg chg="add del">
          <ac:chgData name="Wendy - Tran Thuy Nguyen" userId="1a20aba7-be45-4c43-abb3-3c582c8a1309" providerId="ADAL" clId="{98D787A4-54A2-44D1-A7C6-37D366590655}" dt="2026-01-28T02:02:54.584" v="369" actId="22"/>
          <ac:picMkLst>
            <pc:docMk/>
            <pc:sldMk cId="2503466075" sldId="262"/>
            <ac:picMk id="4" creationId="{E22C59CE-6B19-9145-1A5F-292D01480DF3}"/>
          </ac:picMkLst>
        </pc:picChg>
        <pc:picChg chg="mod">
          <ac:chgData name="Wendy - Tran Thuy Nguyen" userId="1a20aba7-be45-4c43-abb3-3c582c8a1309" providerId="ADAL" clId="{98D787A4-54A2-44D1-A7C6-37D366590655}" dt="2026-01-28T02:02:58.283" v="370" actId="14826"/>
          <ac:picMkLst>
            <pc:docMk/>
            <pc:sldMk cId="2503466075" sldId="262"/>
            <ac:picMk id="6" creationId="{1E147CAE-53D1-5902-4FA6-9E0037BE0DE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B3F66B-F368-44A9-A541-6654B2E1A5CF}" type="datetimeFigureOut">
              <a:rPr lang="en-US" smtClean="0"/>
              <a:t>28/01/2026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3797F-DBE2-4EB4-8BD1-70D93CB9C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960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BE178-68AA-5D98-EF97-5E2B8323B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184B81-3024-1848-7FB3-7592F78AAF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5C318-F861-07E0-C06F-605F4410F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2CCF7-6709-4E6F-A0DE-73E959C191D2}" type="datetimeFigureOut">
              <a:rPr lang="en-US" smtClean="0"/>
              <a:t>28/01/2026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49076-295D-B23D-2F05-7ED06728C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A2082-2C04-3953-6392-267F447AB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E375-50E4-4C9D-B293-4D2D0DB01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762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00AF4-90E9-FFED-13B3-A02149155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9B695-9F58-3A7B-F62F-5223B5668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7FB0F-BD42-99DA-0911-E9538CC3E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2CCF7-6709-4E6F-A0DE-73E959C191D2}" type="datetimeFigureOut">
              <a:rPr lang="en-US" smtClean="0"/>
              <a:t>28/01/2026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101DC-5530-19EC-8269-80932C564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F183B-3F07-DFDB-3015-C9744356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E375-50E4-4C9D-B293-4D2D0DB01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91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38253-6F0C-6045-88AA-290419068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9B818-05E6-2423-BC09-0732FF6A6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2AB79-E233-31DF-E035-ABADB46DA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2CCF7-6709-4E6F-A0DE-73E959C191D2}" type="datetimeFigureOut">
              <a:rPr lang="en-US" smtClean="0"/>
              <a:t>28/01/2026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A80FE-8CB7-3D40-F97F-3D0DE22B3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DB80C-2C7E-BF67-6410-2B18B9CC0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E375-50E4-4C9D-B293-4D2D0DB01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25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EAF34-3DAE-2B51-9464-09FC41A68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58F32-FA7E-0CC3-CF66-56B2612645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69B4E7-F92E-B712-F34D-E7CE4F129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B5C47-AC7C-5B46-D48D-0493A6FB0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2CCF7-6709-4E6F-A0DE-73E959C191D2}" type="datetimeFigureOut">
              <a:rPr lang="en-US" smtClean="0"/>
              <a:t>28/01/2026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6439AD-0FDA-CD7C-9933-FDB09FCAE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01123-E2DF-906D-6671-BB01D9061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E375-50E4-4C9D-B293-4D2D0DB01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218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14F86-88AD-8A04-27D9-4C09A117C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A2B71D-4156-0015-B1AB-22EB76BCC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D7C9A9-C0B8-9593-D3DC-2DFD4F051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3176CD-F47B-91A6-93E2-945EF8795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74B1E4-835C-B325-6FF0-5426BC78F2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53DFE3-5DFB-C985-1024-B4858502A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2CCF7-6709-4E6F-A0DE-73E959C191D2}" type="datetimeFigureOut">
              <a:rPr lang="en-US" smtClean="0"/>
              <a:t>28/01/2026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1AF0EA-3D57-883D-A7C8-30A8AA9C5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4C2ED9-86C6-6DB9-7889-75E0C1F59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E375-50E4-4C9D-B293-4D2D0DB01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396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FA7F1-5F24-2D4F-B272-C926587D1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679AF7-B239-EADB-6E86-042B0DFF7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2CCF7-6709-4E6F-A0DE-73E959C191D2}" type="datetimeFigureOut">
              <a:rPr lang="en-US" smtClean="0"/>
              <a:t>28/01/2026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C2E56-15C2-3EF1-8F01-89B6B4C7A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DCA4B5-6E00-8137-F25F-48E6CDAA8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E375-50E4-4C9D-B293-4D2D0DB01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12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E4A9DD-B05D-37B0-F0E0-E5CC39BA2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2CCF7-6709-4E6F-A0DE-73E959C191D2}" type="datetimeFigureOut">
              <a:rPr lang="en-US" smtClean="0"/>
              <a:t>28/01/2026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C4B062-D08A-5AE9-ACB5-48A3679C8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A83A6-865A-84DF-CFC6-0160FE09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E375-50E4-4C9D-B293-4D2D0DB01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924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77698-A332-66D0-99AB-04CFB8880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8F3E1-2D71-E333-E7B2-7EA3A5728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58FD10-CFC4-A643-FBA0-42B7D9DB7D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D3205A-8113-8469-5C7B-171A7B27D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2CCF7-6709-4E6F-A0DE-73E959C191D2}" type="datetimeFigureOut">
              <a:rPr lang="en-US" smtClean="0"/>
              <a:t>28/01/2026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2B008-A544-0EC6-43A2-2ECF1972D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73AF10-D1E5-432C-A819-2847F50D4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E375-50E4-4C9D-B293-4D2D0DB01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67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6DBFE-B03A-2849-0FF0-5CDD53927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1C59F4-EBC3-3B2C-C600-9C811AD5C6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3F5AB7-DDF3-D3E4-EC6C-91E9C2A3E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9648D1-E1F4-01DD-23BB-ABE145A75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2CCF7-6709-4E6F-A0DE-73E959C191D2}" type="datetimeFigureOut">
              <a:rPr lang="en-US" smtClean="0"/>
              <a:t>28/01/2026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E9640-8440-C56E-B628-F1F58CBBB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2D32E2-CD37-4329-B2E8-7D4D1EE01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E375-50E4-4C9D-B293-4D2D0DB01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403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3A80C-E55A-7DB1-629D-2732AFF24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93B29E-5101-F473-3D38-732810936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8B3A5-D0E8-9FC0-5AC6-9C746BD9B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2CCF7-6709-4E6F-A0DE-73E959C191D2}" type="datetimeFigureOut">
              <a:rPr lang="en-US" smtClean="0"/>
              <a:t>28/01/2026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C4EA9-8E04-1BE6-31CC-0079305EF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0AD13-68C3-CD82-F1E7-C59FDE113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E375-50E4-4C9D-B293-4D2D0DB01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813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1F886F-133A-D443-67A6-1A9A04A196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5BABB0-295E-0A38-952B-FD91054CE4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89CA7-6DEE-C7AB-471F-E24BF569C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2CCF7-6709-4E6F-A0DE-73E959C191D2}" type="datetimeFigureOut">
              <a:rPr lang="en-US" smtClean="0"/>
              <a:t>28/01/2026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A34CA-C1C9-24C6-01DE-6EAE8BEFE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00F4C-73DA-918E-047E-EBC890200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E375-50E4-4C9D-B293-4D2D0DB01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031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63707E-A3F8-D8D2-F826-0D6A7384A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D0512-04B8-6499-F06D-44EF11ECC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56E79-7D46-BBD4-D7DE-23667A648D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82CCF7-6709-4E6F-A0DE-73E959C191D2}" type="datetimeFigureOut">
              <a:rPr lang="en-US" smtClean="0"/>
              <a:t>28/01/2026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84AF1-940A-4AF2-1B76-51FA70BDCF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AA3EC-78FA-CEB8-CD47-219A3796BE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A5E375-50E4-4C9D-B293-4D2D0DB01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259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9B66A87-F6A7-3483-228A-860D5EAF9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27" b="4727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26D261-C7CC-046E-910C-302107A6E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Đổi nền Welcome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558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2A5B8FC-7C86-3283-7E17-E6F903F20B1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39243" y="1121315"/>
            <a:ext cx="6396342" cy="485816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DA951B-3CE2-BDD0-5458-1241CFD96794}"/>
              </a:ext>
            </a:extLst>
          </p:cNvPr>
          <p:cNvSpPr txBox="1"/>
          <p:nvPr/>
        </p:nvSpPr>
        <p:spPr>
          <a:xfrm>
            <a:off x="2332476" y="6021635"/>
            <a:ext cx="280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Đổi tone màu </a:t>
            </a:r>
            <a:r>
              <a:rPr lang="en-US" b="1">
                <a:solidFill>
                  <a:srgbClr val="FF0000"/>
                </a:solidFill>
              </a:rPr>
              <a:t>đỏ</a:t>
            </a:r>
            <a:r>
              <a:rPr lang="en-US"/>
              <a:t> chủ đạo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ACD478-D9F1-5F2C-8A92-44AAAC36F4A6}"/>
              </a:ext>
            </a:extLst>
          </p:cNvPr>
          <p:cNvSpPr/>
          <p:nvPr/>
        </p:nvSpPr>
        <p:spPr>
          <a:xfrm>
            <a:off x="495036" y="1121316"/>
            <a:ext cx="597164" cy="2354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72ED1F3-2BDE-807B-6C24-448B3C6170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941" y="453404"/>
            <a:ext cx="1008785" cy="235424"/>
          </a:xfrm>
          <a:prstGeom prst="rect">
            <a:avLst/>
          </a:prstGeom>
          <a:ln>
            <a:noFill/>
          </a:ln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F4B60F9-3822-5195-F97B-56A0FE194837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927599" y="688828"/>
            <a:ext cx="360735" cy="4324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C77886F-983B-3A3E-B604-9B92648FA7FA}"/>
              </a:ext>
            </a:extLst>
          </p:cNvPr>
          <p:cNvSpPr txBox="1"/>
          <p:nvPr/>
        </p:nvSpPr>
        <p:spPr>
          <a:xfrm>
            <a:off x="1866494" y="386450"/>
            <a:ext cx="1753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Đổi logo công ty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8D51A05-4E00-318C-CC66-E63293F3562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1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26646" y="1660441"/>
            <a:ext cx="4565354" cy="321001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E2E9CEC-1DE0-507D-21A2-C5B2636791E5}"/>
              </a:ext>
            </a:extLst>
          </p:cNvPr>
          <p:cNvSpPr txBox="1"/>
          <p:nvPr/>
        </p:nvSpPr>
        <p:spPr>
          <a:xfrm>
            <a:off x="8504385" y="5197559"/>
            <a:ext cx="280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Đổi nền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640A0EE-EB31-8F23-297A-D3D354F71F6D}"/>
              </a:ext>
            </a:extLst>
          </p:cNvPr>
          <p:cNvCxnSpPr>
            <a:cxnSpLocks/>
          </p:cNvCxnSpPr>
          <p:nvPr/>
        </p:nvCxnSpPr>
        <p:spPr>
          <a:xfrm>
            <a:off x="6935585" y="3550398"/>
            <a:ext cx="69106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947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700</TotalTime>
  <Words>15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Đổi nền Welcome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Wendy - Tran Thuy Nguyen</dc:creator>
  <cp:lastModifiedBy>Wendy - Tran Thuy Nguyen</cp:lastModifiedBy>
  <cp:revision>1</cp:revision>
  <dcterms:created xsi:type="dcterms:W3CDTF">2026-01-27T01:42:10Z</dcterms:created>
  <dcterms:modified xsi:type="dcterms:W3CDTF">2026-01-28T02:23:57Z</dcterms:modified>
</cp:coreProperties>
</file>